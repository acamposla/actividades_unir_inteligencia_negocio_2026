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3A5F"/>
                </a:solidFill>
              </a:defRPr>
            </a:pPr>
            <a:r>
              <a:t>Título de la Presentación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E86AB"/>
                </a:solidFill>
              </a:defRPr>
            </a:pPr>
            <a:r>
              <a:t>Subtítulo | Autor | 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3A5F"/>
                </a:solidFill>
              </a:defRPr>
            </a:pPr>
            <a:r>
              <a:t>Título del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Contenido de ejemplo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